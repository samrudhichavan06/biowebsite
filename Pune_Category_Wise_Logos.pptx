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000" y="1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Partners</a:t>
            </a:r>
          </a:p>
        </p:txBody>
      </p:sp>
      <p:pic>
        <p:nvPicPr>
          <p:cNvPr id="4" name="Picture 3" descr="Top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500000"/>
            <a:ext cx="9000000" cy="12477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000" y="1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Exhibitors Part 1</a:t>
            </a:r>
          </a:p>
        </p:txBody>
      </p:sp>
      <p:pic>
        <p:nvPicPr>
          <p:cNvPr id="4" name="Picture 3" descr="Exhibitors_P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500000"/>
            <a:ext cx="9000000" cy="12558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000" y="1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Exhibitors Part 2</a:t>
            </a:r>
          </a:p>
        </p:txBody>
      </p:sp>
      <p:pic>
        <p:nvPicPr>
          <p:cNvPr id="4" name="Picture 3" descr="Exhibitors_P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500000"/>
            <a:ext cx="9000000" cy="1247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000" y="1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Exhibitors Part 3</a:t>
            </a:r>
          </a:p>
        </p:txBody>
      </p:sp>
      <p:pic>
        <p:nvPicPr>
          <p:cNvPr id="4" name="Picture 3" descr="Exhibitors_P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500000"/>
            <a:ext cx="9000000" cy="12558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